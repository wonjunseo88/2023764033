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  <ns0:embeddedFont>
      <ns0:font typeface="JetBrains Mono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2de1d12f-47d5-4bba-a2a0-4e50eb395828.fntdata" /><ns0:Relationship Id="rIdFont17" Type="http://schemas.openxmlformats.org/officeDocument/2006/relationships/font" Target="fonts/c66b5788-5cd5-4e70-a7d4-c7d79431fd5c.fntdata" /><ns0:Relationship Id="rIdFont18" Type="http://schemas.openxmlformats.org/officeDocument/2006/relationships/font" Target="fonts/0431b9e0-e5c7-4339-b55d-942e1f95bf1b.fntdata" /><ns0:Relationship Id="rIdFont19" Type="http://schemas.openxmlformats.org/officeDocument/2006/relationships/font" Target="fonts/7e97e4b7-44e8-4841-a0ff-e3e943152e3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590008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29891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시스템 프로그래밍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3266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핵심 개념: 인터럽트, 라이브러리 및 DLL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80408"/>
            <a:ext cx="7143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하드웨어 상호작용, 코드 재사용 및 동적 링크 메커니즘의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586037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주제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881312"/>
            <a:ext cx="114300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인터럽트 (Interrupt)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00462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CPU의 현재 실행 흐름을 제어하고 즉각적인 처리를 요청하는 비동기적 신호.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57500"/>
            <a:ext cx="5181600" cy="200025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57500"/>
            <a:ext cx="5181600" cy="200025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00250"/>
            <a:ext cx="11430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인터럽트의 동작 메커니즘 및 종류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" y="3209925"/>
            <a:ext cx="587573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하드웨어 인터럽트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3619500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키보드, 네트워크 카드, 타이머 등 외부 주변장치에서 발생시키는 신호.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4286250"/>
            <a:ext cx="559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비동기적 이벤트 대응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209925"/>
            <a:ext cx="55911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소프트웨어 인터럽트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619500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실행 중인 프로그램이 커널 또는 시스템 서비스를 요청할 때 발생.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286250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시스템 콜(System Call) 및 트랩(Trap)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728912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주제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24187"/>
            <a:ext cx="114300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라이브러리 (Library)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43337"/>
            <a:ext cx="7739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효율적인 코드 재사용을 위해 미리 컴파일된 루틴 및 함수들의 집합.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57500"/>
            <a:ext cx="5181600" cy="200025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57500"/>
            <a:ext cx="5181600" cy="200025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00250"/>
            <a:ext cx="11430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정적 라이브러리 vs 동적 라이브러리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425" y="3209925"/>
            <a:ext cx="587573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정적 라이브러리 (.lib / .a)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3619500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링킹 시점에 라이브러리 코드가 실행 파일 바이너리에 직접 포함됨.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4286250"/>
            <a:ext cx="559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바이진 크기 증가, 외부 런타임 의존성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209925"/>
            <a:ext cx="55911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동적 라이브러리 (.dll / .so)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619500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프로그램 실행 시점에 링크되며 필요 시 메모리에 독립적으로 로드됨.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286250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메모리 공유 가능, 실행 파일 용량 감소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752725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주제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48000"/>
            <a:ext cx="11430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DLL (Dynamic Link Library)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19525"/>
            <a:ext cx="7739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Windows 운영체제에서 구현된 대표적인 동적 공유 라이브러리 방식.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58579"/>
            <a:ext cx="3403550" cy="1398091"/>
          </a:xfrm>
          <a:prstGeom prst="roundRect">
            <a:avLst>
              <a:gd name="adj" fmla="val 10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58579"/>
            <a:ext cx="3403550" cy="1398091"/>
          </a:xfrm>
          <a:prstGeom prst="roundRect">
            <a:avLst>
              <a:gd name="adj" fmla="val 10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58579"/>
            <a:ext cx="3403550" cy="1398091"/>
          </a:xfrm>
          <a:prstGeom prst="roundRect">
            <a:avLst>
              <a:gd name="adj" fmla="val 10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301329"/>
            <a:ext cx="11430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DLL의 주요 장점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472904"/>
            <a:ext cx="36420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메모리 효율성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815804"/>
            <a:ext cx="287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여러 애플리케이션이 RAM 상의 단일 DLL 인스턴스를 공유.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8475" y="3472904"/>
            <a:ext cx="36420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모듈형 재배포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815804"/>
            <a:ext cx="287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전체 프로그램을 재컴파일하지 않고 DLL 파일만 업데이트 가능.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472904"/>
            <a:ext cx="36420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자원 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815804"/>
            <a:ext cx="287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디스크 저장 공간 절약 및 소프트웨어 패키지 용량 최적화.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728912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주제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24187"/>
            <a:ext cx="11430000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DLL 만드는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43337"/>
            <a:ext cx="7739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C/C++ 환경에서 DLL을 정의하고 내보낸 뒤 호출하는 단계별 가이드.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76575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0" y="3076575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3076575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257425"/>
            <a:ext cx="11430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DLL 제작 단계별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35280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6290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함수 내보내기 (Export)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24300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__declspec(dllexport) 키워드로 내보낼 함수 선언.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35280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2단계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6290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코드 빌드 및 컴파일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924300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결과물로 .dll 파일과 .lib 암시적 링킹 파일 생성.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7225" y="335280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3단계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7225" y="36290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가져오기 및 링크 (Import)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7225" y="3924300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클라이언트 프로그램에서 암시적 또는 명시적으로 호출.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